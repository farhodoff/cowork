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13716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49240" y="146304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Receipt Splitter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7D2FE"/>
                </a:solidFill>
                <a:latin typeface="Calibri"/>
              </a:defRPr>
            </a:pPr>
            <a:r>
              <a:t>Do'stlar bilan oson hisob-kitob ilovasi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0292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Calibri"/>
              </a:defRPr>
            </a:pPr>
            <a:r>
              <a:t>React Native  •  Expo  •  TypeScript  •  Tamagui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66928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Calibri"/>
              </a:defRPr>
            </a:pPr>
            <a:r>
              <a:t>Toshkent,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457200"/>
            <a:ext cx="4572000" cy="64008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12E81"/>
                </a:solidFill>
                <a:latin typeface="Calibri"/>
              </a:defRPr>
            </a:pPr>
            <a:r>
              <a:t>🔍  Muammo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F2037"/>
                </a:solidFill>
                <a:latin typeface="Calibri"/>
              </a:defRPr>
            </a:pPr>
            <a:r>
              <a:t>😤  Do'stlar bilan kafe/restoranda hisob bo'lish qiyin</a:t>
            </a:r>
          </a:p>
          <a:p>
            <a:pPr>
              <a:spcAft>
                <a:spcPts val="1400"/>
              </a:spcAft>
              <a:defRPr sz="2000">
                <a:solidFill>
                  <a:srgbClr val="1F2037"/>
                </a:solidFill>
                <a:latin typeface="Calibri"/>
              </a:defRPr>
            </a:pPr>
            <a:r>
              <a:t>📝  Qo'lda hisoblash — xato va vaqt sarfi ko'p</a:t>
            </a:r>
          </a:p>
          <a:p>
            <a:pPr>
              <a:spcAft>
                <a:spcPts val="1400"/>
              </a:spcAft>
              <a:defRPr sz="2000">
                <a:solidFill>
                  <a:srgbClr val="1F2037"/>
                </a:solidFill>
                <a:latin typeface="Calibri"/>
              </a:defRPr>
            </a:pPr>
            <a:r>
              <a:t>💸  Kim qancha to'lashi kerak — har safar bosh og'riq</a:t>
            </a:r>
          </a:p>
          <a:p>
            <a:pPr>
              <a:spcAft>
                <a:spcPts val="1400"/>
              </a:spcAft>
              <a:defRPr sz="2000">
                <a:solidFill>
                  <a:srgbClr val="1F2037"/>
                </a:solidFill>
                <a:latin typeface="Calibri"/>
              </a:defRPr>
            </a:pPr>
            <a:r>
              <a:t>🧾  Chekni qayta-qayta ko'rib chiqish kerak</a:t>
            </a:r>
          </a:p>
          <a:p>
            <a:pPr>
              <a:spcAft>
                <a:spcPts val="1400"/>
              </a:spcAft>
              <a:defRPr sz="2000">
                <a:solidFill>
                  <a:srgbClr val="1F2037"/>
                </a:solidFill>
                <a:latin typeface="Calibri"/>
              </a:defRPr>
            </a:pPr>
            <a:r>
              <a:t>🌐  Turli til va valyutalar bilan ishlash murakkab</a:t>
            </a:r>
          </a:p>
          <a:p>
            <a:pPr>
              <a:spcAft>
                <a:spcPts val="1400"/>
              </a:spcAft>
              <a:defRPr sz="2000">
                <a:solidFill>
                  <a:srgbClr val="1F2037"/>
                </a:solidFill>
                <a:latin typeface="Calibri"/>
              </a:defRPr>
            </a:pPr>
            <a:r>
              <a:t>📱  Mavjud yechimlar murakkab va tushunarli emas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731520"/>
            <a:ext cx="5029200" cy="53035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09728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Calibri"/>
              </a:defRPr>
            </a:pPr>
            <a:r>
              <a:t>Har yili 2.5 milliard+ chek chiqariladi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8288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Faqat O'zbekistonda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743200"/>
            <a:ext cx="4114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12E81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8803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odamlar qo'lda bo'ladi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4114800"/>
            <a:ext cx="4114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42062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12E81"/>
                </a:solidFill>
                <a:latin typeface="Calibri"/>
              </a:defRPr>
            </a:pPr>
            <a:r>
              <a:t>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42519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o'rtacha sarflanadigan vaqt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5486400"/>
            <a:ext cx="41148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12E81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6235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xatolik ehtimoli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457200"/>
            <a:ext cx="5029200" cy="64008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65F46"/>
                </a:solidFill>
                <a:latin typeface="Calibri"/>
              </a:defRPr>
            </a:pPr>
            <a:r>
              <a:t>💡  Bizning Yechim: Receipt Splitter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F2037"/>
                </a:solidFill>
                <a:latin typeface="Calibri"/>
              </a:defRPr>
            </a:pPr>
            <a:r>
              <a:t>Chekni suratga oling — AI avtomatik tahlil qiladi — do'stlar bilan bir tugma bilan bo'ling!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338328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3017520"/>
            <a:ext cx="914400" cy="9144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30632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2037"/>
                </a:solidFill>
                <a:latin typeface="Calibri"/>
              </a:defRPr>
            </a:pPr>
            <a:r>
              <a:t>AI Chek Skaneri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Chekni suratga oling,</a:t>
            </a:r>
            <a:br/>
            <a:r>
              <a:t>Sun'iy intellekt tovarlarni</a:t>
            </a:r>
            <a:br/>
            <a:r>
              <a:t>avtomatik taniydi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43200"/>
            <a:ext cx="338328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0" y="301752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30632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2037"/>
                </a:solidFill>
                <a:latin typeface="Calibri"/>
              </a:defRPr>
            </a:pPr>
            <a:r>
              <a:t>Smart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6634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Do'stlarni tanlang,</a:t>
            </a:r>
            <a:br/>
            <a:r>
              <a:t>tovarlarni biriktiring,</a:t>
            </a:r>
            <a:br/>
            <a:r>
              <a:t>hisob tayyor!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743200"/>
            <a:ext cx="338328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0" y="3017520"/>
            <a:ext cx="914400" cy="914400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30632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114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2037"/>
                </a:solidFill>
                <a:latin typeface="Calibri"/>
              </a:defRPr>
            </a:pPr>
            <a:r>
              <a:t>Tarix &amp; Hisobot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6634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B7280"/>
                </a:solidFill>
                <a:latin typeface="Calibri"/>
              </a:defRPr>
            </a:pPr>
            <a:r>
              <a:t>Barcha hisoblar saqlanadi,</a:t>
            </a:r>
            <a:br/>
            <a:r>
              <a:t>bir tugma bilan</a:t>
            </a:r>
            <a:br/>
            <a:r>
              <a:t>ulashing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73152" cy="685800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" y="457200"/>
            <a:ext cx="5029200" cy="64008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12E81"/>
                </a:solidFill>
                <a:latin typeface="Calibri"/>
              </a:defRPr>
            </a:pPr>
            <a:r>
              <a:t>🛠️  Texnologiya Steki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645920"/>
            <a:ext cx="640080" cy="64008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⚛️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037"/>
                </a:solidFill>
                <a:latin typeface="Calibri"/>
              </a:defRPr>
            </a:pPr>
            <a:r>
              <a:t>React 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Cross-platform mobil ilova</a:t>
            </a:r>
            <a:br/>
            <a:r>
              <a:t>iOS va Android uchun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0440" y="1645920"/>
            <a:ext cx="640080" cy="640080"/>
          </a:xfrm>
          <a:prstGeom prst="ellipse">
            <a:avLst/>
          </a:prstGeom>
          <a:solidFill>
            <a:srgbClr val="0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037"/>
                </a:solidFill>
                <a:latin typeface="Calibri"/>
              </a:defRPr>
            </a:pPr>
            <a:r>
              <a:t>Expo SDK 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Build, deploy va OTA</a:t>
            </a:r>
            <a:br/>
            <a:r>
              <a:t>yamalar boshqaruvi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630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46520" y="16459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037"/>
                </a:solidFill>
                <a:latin typeface="Calibri"/>
              </a:defRPr>
            </a:pPr>
            <a:r>
              <a:t>Tamagui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Yuqori samarali UI</a:t>
            </a:r>
            <a:br/>
            <a:r>
              <a:t>komponent kutubxonasi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46304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72600" y="1645920"/>
            <a:ext cx="640080" cy="640080"/>
          </a:xfrm>
          <a:prstGeom prst="ellipse">
            <a:avLst/>
          </a:prstGeom>
          <a:solidFill>
            <a:srgbClr val="31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037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60" y="21031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Statik tip tekshiruvi</a:t>
            </a:r>
            <a:br/>
            <a:r>
              <a:t>bilan xavfsiz kod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319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4360" y="4114800"/>
            <a:ext cx="640080" cy="640080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1330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🗃️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160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037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572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Yengil va tezkor</a:t>
            </a:r>
            <a:br/>
            <a:r>
              <a:t>state management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9319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20440" y="411480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1330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160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037"/>
                </a:solidFill>
                <a:latin typeface="Calibri"/>
              </a:defRPr>
            </a:pPr>
            <a:r>
              <a:t>react-i18next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572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Ko'p tilli qo'llab-quvvatlash</a:t>
            </a:r>
            <a:br/>
            <a:r>
              <a:t>(UZ, EN, JA)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9319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20" y="411480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41330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160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037"/>
                </a:solidFill>
                <a:latin typeface="Calibri"/>
              </a:defRPr>
            </a:pPr>
            <a:r>
              <a:t>React Hook 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572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Form validatsiya va</a:t>
            </a:r>
            <a:br/>
            <a:r>
              <a:t>boshqaruv kutubxonasi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39319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72600" y="411480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41330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41605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037"/>
                </a:solidFill>
                <a:latin typeface="Calibri"/>
              </a:defRPr>
            </a:pPr>
            <a:r>
              <a:t>Expo Secure Store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457200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Token va maxfiy</a:t>
            </a:r>
            <a:br/>
            <a:r>
              <a:t>ma'lumotlar xavfsizligi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🏗️  Loyiha Arxitekturasi (Feature-Sliced Design)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📱  app/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5087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037"/>
                </a:solidFill>
                <a:latin typeface="Calibri"/>
              </a:defRPr>
            </a:pPr>
            <a:r>
              <a:t>Sahifalar va marshrutlash</a:t>
            </a:r>
            <a:br/>
            <a:r>
              <a:t>(Expo Router, Tab Navigator)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974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⚙️  features/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7432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037"/>
                </a:solidFill>
                <a:latin typeface="Calibri"/>
              </a:defRPr>
            </a:pPr>
            <a:r>
              <a:t>Biznes logika modullari</a:t>
            </a:r>
            <a:br/>
            <a:r>
              <a:t>(auth, friends, groups, receipt, sessions)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94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🔧  shared/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9776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037"/>
                </a:solidFill>
                <a:latin typeface="Calibri"/>
              </a:defRPr>
            </a:pPr>
            <a:r>
              <a:t>Umumiy komponentlar va utillar</a:t>
            </a:r>
            <a:br/>
            <a:r>
              <a:t>(UI, stores, config, i18n, API)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0292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1663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21208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📊  entities/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52120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037"/>
                </a:solidFill>
                <a:latin typeface="Calibri"/>
              </a:defRPr>
            </a:pPr>
            <a:r>
              <a:t>Ma'lumot modellari</a:t>
            </a:r>
            <a:br/>
            <a:r>
              <a:t>(user, session, group)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371600"/>
            <a:ext cx="4114800" cy="502920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📂  Fayl tuzilishi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192024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037"/>
                </a:solidFill>
                <a:latin typeface="Courier New"/>
              </a:defRPr>
            </a:pPr>
            <a:r>
              <a:t>splitter-frontend/</a:t>
            </a:r>
            <a:br/>
            <a:r>
              <a:t>├── app/</a:t>
            </a:r>
            <a:br/>
            <a:r>
              <a:t>│   ├── tabs/</a:t>
            </a:r>
            <a:br/>
            <a:r>
              <a:t>│   │   ├── index.tsx (Dashboard)</a:t>
            </a:r>
            <a:br/>
            <a:r>
              <a:t>│   │   ├── profile.tsx</a:t>
            </a:r>
            <a:br/>
            <a:r>
              <a:t>│   │   ├── settings.tsx</a:t>
            </a:r>
            <a:br/>
            <a:r>
              <a:t>│   │   ├── sessions/ (Split flow)</a:t>
            </a:r>
            <a:br/>
            <a:r>
              <a:t>│   │   ├── friends/</a:t>
            </a:r>
            <a:br/>
            <a:r>
              <a:t>│   │   └── groups/</a:t>
            </a:r>
            <a:br/>
            <a:r>
              <a:t>│   ├── login.tsx</a:t>
            </a:r>
            <a:br/>
            <a:r>
              <a:t>│   └── register.tsx</a:t>
            </a:r>
            <a:br/>
            <a:r>
              <a:t>├── src/</a:t>
            </a:r>
            <a:br/>
            <a:r>
              <a:t>│   ├── features/</a:t>
            </a:r>
            <a:br/>
            <a:r>
              <a:t>│   │   ├── auth/</a:t>
            </a:r>
            <a:br/>
            <a:r>
              <a:t>│   │   ├── friends/</a:t>
            </a:r>
            <a:br/>
            <a:r>
              <a:t>│   │   ├── groups/</a:t>
            </a:r>
            <a:br/>
            <a:r>
              <a:t>│   │   ├── receipt/</a:t>
            </a:r>
            <a:br/>
            <a:r>
              <a:t>│   │   └── sessions/</a:t>
            </a:r>
            <a:br/>
            <a:r>
              <a:t>│   └── shared/</a:t>
            </a:r>
            <a:br/>
            <a:r>
              <a:t>│       ├── ui/  (Button, Card, etc)</a:t>
            </a:r>
            <a:br/>
            <a:r>
              <a:t>│       ├── config/locales/</a:t>
            </a:r>
            <a:br/>
            <a:r>
              <a:t>│       └── lib/stores/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⚡  Asosiy Funksiyalar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AI Chek Skanerlash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• Kamera orqali chek suratga olish</a:t>
            </a:r>
            <a:br/>
            <a:r>
              <a:t>• Galereyadan rasm yuklash</a:t>
            </a:r>
            <a:br/>
            <a:r>
              <a:t>• AI tovarlarni avtomatik ajratadi</a:t>
            </a:r>
            <a:br/>
            <a:r>
              <a:t>• Narx va nomlarni taniydi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54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Hisobni Bo'lish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• Teng taqsimlash (Equal split)</a:t>
            </a:r>
            <a:br/>
            <a:r>
              <a:t>• Birliklar bo'yicha (By units)</a:t>
            </a:r>
            <a:br/>
            <a:r>
              <a:t>• Har bir tovarni alohida biriktirish</a:t>
            </a:r>
            <a:br/>
            <a:r>
              <a:t>• Valyuta konvertatsiyasi (UZS, USD)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1554480"/>
            <a:ext cx="548640" cy="548640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Do'stlar va Guruhlar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488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• QR kod orqali do'st qo'shish</a:t>
            </a:r>
            <a:br/>
            <a:r>
              <a:t>• Guruh yaratish va boshqarish</a:t>
            </a:r>
            <a:br/>
            <a:r>
              <a:t>• UniqueId bo'yicha qidirish</a:t>
            </a:r>
            <a:br/>
            <a:r>
              <a:t>• So'rov yuborish/qabul qilish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1480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42976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Tarix va Hisobot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• Barcha seanslar tarixi</a:t>
            </a:r>
            <a:br/>
            <a:r>
              <a:t>• Batafsil hisobot ko'rish</a:t>
            </a:r>
            <a:br/>
            <a:r>
              <a:t>• Natijani ulashish (Share)</a:t>
            </a:r>
            <a:br/>
            <a:r>
              <a:t>• Guruh statistikasi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11480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80560" y="429768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297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Ko'p tilli (i18n)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8920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• O'zbek, Ingliz, Yapon tillari</a:t>
            </a:r>
            <a:br/>
            <a:r>
              <a:t>• Reaktiv til almashtirish</a:t>
            </a:r>
            <a:br/>
            <a:r>
              <a:t>• Barcha UI 100% tarjima</a:t>
            </a:r>
            <a:br/>
            <a:r>
              <a:t>• Fallback mexanizm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114800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0" y="429768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429768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3434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Tema va 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8920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• Yorug'/Qorong'u/Tizim tema</a:t>
            </a:r>
            <a:br/>
            <a:r>
              <a:t>• Tamagui design system</a:t>
            </a:r>
            <a:br/>
            <a:r>
              <a:t>• Silliq animatsiyalar</a:t>
            </a:r>
            <a:br/>
            <a:r>
              <a:t>• Responsive dizayn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🔄  Foydalanuvchi Oqimi (User Flow)</a:t>
            </a:r>
          </a:p>
        </p:txBody>
      </p:sp>
      <p:sp>
        <p:nvSpPr>
          <p:cNvPr id="4" name="Oval 3"/>
          <p:cNvSpPr/>
          <p:nvPr/>
        </p:nvSpPr>
        <p:spPr>
          <a:xfrm>
            <a:off x="960120" y="1645920"/>
            <a:ext cx="822960" cy="82296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037"/>
                </a:solidFill>
                <a:latin typeface="Calibri"/>
              </a:defRPr>
            </a:pPr>
            <a:r>
              <a:t>Ro'yxatdan</a:t>
            </a:r>
            <a:br/>
            <a:r>
              <a:t>o'tish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Login / Register</a:t>
            </a:r>
            <a:br/>
            <a:r>
              <a:t>QR orqali taklif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337560" y="164592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51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037"/>
                </a:solidFill>
                <a:latin typeface="Calibri"/>
              </a:defRPr>
            </a:pPr>
            <a:r>
              <a:t>Chekni</a:t>
            </a:r>
            <a:br/>
            <a:r>
              <a:t>skanerlash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383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Kamera yoki</a:t>
            </a:r>
            <a:br/>
            <a:r>
              <a:t>galereyadan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715000" y="1645920"/>
            <a:ext cx="822960" cy="822960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651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037"/>
                </a:solidFill>
                <a:latin typeface="Calibri"/>
              </a:defRPr>
            </a:pPr>
            <a:r>
              <a:t>Ishtirokchilarni</a:t>
            </a:r>
            <a:br/>
            <a:r>
              <a:t>tanlash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383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Do'stlar yoki</a:t>
            </a:r>
            <a:br/>
            <a:r>
              <a:t>guruh a'zolari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8092440" y="164592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651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037"/>
                </a:solidFill>
                <a:latin typeface="Calibri"/>
              </a:defRPr>
            </a:pPr>
            <a:r>
              <a:t>Tovarlarni</a:t>
            </a:r>
            <a:br/>
            <a:r>
              <a:t>biriktirish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383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Drag &amp; Drop</a:t>
            </a:r>
            <a:br/>
            <a:r>
              <a:t>Equal/Unit 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10469880" y="1645920"/>
            <a:ext cx="822960" cy="8229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6988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6517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2037"/>
                </a:solidFill>
                <a:latin typeface="Calibri"/>
              </a:defRPr>
            </a:pPr>
            <a:r>
              <a:t>Natija va</a:t>
            </a:r>
            <a:br/>
            <a:r>
              <a:t>ulashish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383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Hisobot + Share</a:t>
            </a:r>
            <a:br/>
            <a:r>
              <a:t>Tarix saqlash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037"/>
                </a:solidFill>
                <a:latin typeface="Calibri"/>
              </a:defRPr>
            </a:pPr>
            <a:r>
              <a:t>📋  Asosiy sahifalar: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92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037"/>
                </a:solidFill>
                <a:latin typeface="Calibri"/>
              </a:defRPr>
            </a:pPr>
            <a:r>
              <a:t>🏠  Dashboard — umumiy ko'rinish, balanslar</a:t>
            </a:r>
          </a:p>
          <a:p>
            <a:pPr>
              <a:spcAft>
                <a:spcPts val="600"/>
              </a:spcAft>
              <a:defRPr sz="1400">
                <a:solidFill>
                  <a:srgbClr val="1F2037"/>
                </a:solidFill>
                <a:latin typeface="Calibri"/>
              </a:defRPr>
            </a:pPr>
            <a:r>
              <a:t>📸  Scan Receipt — chek skanerlash</a:t>
            </a:r>
          </a:p>
          <a:p>
            <a:pPr>
              <a:spcAft>
                <a:spcPts val="600"/>
              </a:spcAft>
              <a:defRPr sz="1400">
                <a:solidFill>
                  <a:srgbClr val="1F2037"/>
                </a:solidFill>
                <a:latin typeface="Calibri"/>
              </a:defRPr>
            </a:pPr>
            <a:r>
              <a:t>👤  Profile — avatar, ma'lumotlar, parol</a:t>
            </a:r>
          </a:p>
          <a:p>
            <a:pPr>
              <a:spcAft>
                <a:spcPts val="600"/>
              </a:spcAft>
              <a:defRPr sz="1400">
                <a:solidFill>
                  <a:srgbClr val="1F2037"/>
                </a:solidFill>
                <a:latin typeface="Calibri"/>
              </a:defRPr>
            </a:pPr>
            <a:r>
              <a:t>⚙️  Settings — til, tema, hisob sozlamalari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8920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F2037"/>
                </a:solidFill>
                <a:latin typeface="Calibri"/>
              </a:defRPr>
            </a:pPr>
            <a:r>
              <a:t>👥  Friends — do'stlar ro'yxati, qidirish</a:t>
            </a:r>
          </a:p>
          <a:p>
            <a:pPr>
              <a:spcAft>
                <a:spcPts val="600"/>
              </a:spcAft>
              <a:defRPr sz="1400">
                <a:solidFill>
                  <a:srgbClr val="1F2037"/>
                </a:solidFill>
                <a:latin typeface="Calibri"/>
              </a:defRPr>
            </a:pPr>
            <a:r>
              <a:t>🏘️  Groups — guruhlar boshqaruvi</a:t>
            </a:r>
          </a:p>
          <a:p>
            <a:pPr>
              <a:spcAft>
                <a:spcPts val="600"/>
              </a:spcAft>
              <a:defRPr sz="1400">
                <a:solidFill>
                  <a:srgbClr val="1F2037"/>
                </a:solidFill>
                <a:latin typeface="Calibri"/>
              </a:defRPr>
            </a:pPr>
            <a:r>
              <a:t>📊  History — seanslar tarixi</a:t>
            </a:r>
          </a:p>
          <a:p>
            <a:pPr>
              <a:spcAft>
                <a:spcPts val="600"/>
              </a:spcAft>
              <a:defRPr sz="1400">
                <a:solidFill>
                  <a:srgbClr val="1F2037"/>
                </a:solidFill>
                <a:latin typeface="Calibri"/>
              </a:defRPr>
            </a:pPr>
            <a:r>
              <a:t>🔗  QR Invite — taklif qilish va skanerlash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🔒  Xavfsizlik &amp; Sifat Nazorati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697480" cy="256032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1645920"/>
            <a:ext cx="822960" cy="82296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037"/>
                </a:solidFill>
                <a:latin typeface="Calibri"/>
              </a:defRPr>
            </a:pPr>
            <a:r>
              <a:t>Xavfsiz autentifikatsiya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JWT token → Expo SecureStore</a:t>
            </a:r>
            <a:br/>
            <a:r>
              <a:t>Parol hashlanadi</a:t>
            </a:r>
            <a:br/>
            <a:r>
              <a:t>Auto-logout mexanizmi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463040"/>
            <a:ext cx="2697480" cy="256032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164592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037"/>
                </a:solidFill>
                <a:latin typeface="Calibri"/>
              </a:defRPr>
            </a:pPr>
            <a:r>
              <a:t>Ma'lumot himoyasi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175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HTTPS orqali API so'rovlar</a:t>
            </a:r>
            <a:br/>
            <a:r>
              <a:t>Token avtomatik yangilanadi</a:t>
            </a:r>
            <a:br/>
            <a:r>
              <a:t>Local storage shifrlangan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697480" cy="256032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78040" y="1645920"/>
            <a:ext cx="822960" cy="822960"/>
          </a:xfrm>
          <a:prstGeom prst="ellipse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037"/>
                </a:solidFill>
                <a:latin typeface="Calibri"/>
              </a:defRPr>
            </a:pPr>
            <a:r>
              <a:t>Kod sifati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0175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TypeScript strict mode</a:t>
            </a:r>
            <a:br/>
            <a:r>
              <a:t>Zod validatsiya</a:t>
            </a:r>
            <a:br/>
            <a:r>
              <a:t>ESLint + Prettier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463040"/>
            <a:ext cx="2697480" cy="256032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49840" y="164592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FFFF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606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037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017520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Jest unit testlar</a:t>
            </a:r>
            <a:br/>
            <a:r>
              <a:t>React Testing Library</a:t>
            </a:r>
            <a:br/>
            <a:r>
              <a:t>CI/CD pipeline tayyor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4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📈  Loyiha statistikasi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3776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83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40+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0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7D2FE"/>
                </a:solidFill>
                <a:latin typeface="Calibri"/>
              </a:defRPr>
            </a:pPr>
            <a:r>
              <a:t>TypeScript</a:t>
            </a:r>
            <a:br/>
            <a:r>
              <a:t>fayllar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71800" y="493776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4983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71800" y="5440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7D2FE"/>
                </a:solidFill>
                <a:latin typeface="Calibri"/>
              </a:defRPr>
            </a:pPr>
            <a:r>
              <a:t>Til qo'llab-</a:t>
            </a:r>
            <a:br/>
            <a:r>
              <a:t>quvvatlash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493776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4983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5440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7D2FE"/>
                </a:solidFill>
                <a:latin typeface="Calibri"/>
              </a:defRPr>
            </a:pPr>
            <a:r>
              <a:t>UI</a:t>
            </a:r>
            <a:br/>
            <a:r>
              <a:t>komponentlar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52360" y="493776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52360" y="4983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5440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7D2FE"/>
                </a:solidFill>
                <a:latin typeface="Calibri"/>
              </a:defRPr>
            </a:pPr>
            <a:r>
              <a:t>TypeScript</a:t>
            </a:r>
            <a:br/>
            <a:r>
              <a:t>qamrov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92640" y="4937760"/>
            <a:ext cx="1920240" cy="1188720"/>
          </a:xfrm>
          <a:prstGeom prst="roundRect">
            <a:avLst>
              <a:gd name="adj" fmla="val 8000"/>
            </a:avLst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4983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54406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7D2FE"/>
                </a:solidFill>
                <a:latin typeface="Calibri"/>
              </a:defRPr>
            </a:pPr>
            <a:r>
              <a:t>Tema</a:t>
            </a:r>
            <a:br/>
            <a:r>
              <a:t>(light/dark/system)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🚀  Kelajak Rejalari (Roadmap)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371600"/>
            <a:ext cx="1097280" cy="3657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860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Push 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Offline rejim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Ko'proq valyutalar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371600"/>
            <a:ext cx="1097280" cy="365760"/>
          </a:xfrm>
          <a:prstGeom prst="roundRect">
            <a:avLst>
              <a:gd name="adj" fmla="val 30000"/>
            </a:avLst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v1.5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2860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468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To'lov integratsiyasi (Click, Payme)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Guruh analitikasi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Eksport (PDF, Excel)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371600"/>
            <a:ext cx="1097280" cy="365760"/>
          </a:xfrm>
          <a:prstGeom prst="roundRect">
            <a:avLst>
              <a:gd name="adj" fmla="val 30000"/>
            </a:avLst>
          </a:prstGeom>
          <a:solidFill>
            <a:srgbClr val="8A2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v2.0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860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468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AI ovozli buyruq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OCR takomillashtiruv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Web versiya (PWA)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1371600"/>
            <a:ext cx="1097280" cy="36576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v3.0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2037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81160" y="2286000"/>
            <a:ext cx="269748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64040" y="2468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Marketplace integratsiya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32918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Biznes-hisob (B2B)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4114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2037"/>
                </a:solidFill>
                <a:latin typeface="Calibri"/>
              </a:defRPr>
            </a:pPr>
            <a:r>
              <a:t>✓  API ochiq platforma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554480"/>
            <a:ext cx="11247120" cy="36576"/>
          </a:xfrm>
          <a:prstGeom prst="round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3657600"/>
            <a:ext cx="4572000" cy="4572000"/>
          </a:xfrm>
          <a:prstGeom prst="ellipse">
            <a:avLst/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4572000" cy="4572000"/>
          </a:xfrm>
          <a:prstGeom prst="ellipse">
            <a:avLst/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37160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🎬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7D2FE"/>
                </a:solidFill>
                <a:latin typeface="Calibri"/>
              </a:defRPr>
            </a:pPr>
            <a:r>
              <a:t>Ilovani jonli namoyish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347472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 Ro'yxatdan o'tish va kirish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 Chekni skanerlash (AI)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 Do'stlarni tanlash va tovarlarni biriktirish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 Natijani ko'rish va ulashish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 Til va tema almashtiruv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212080" y="91440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100584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FFFFFF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Rahmat! 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7D2FE"/>
                </a:solidFill>
                <a:latin typeface="Calibri"/>
              </a:defRPr>
            </a:pPr>
            <a:r>
              <a:t>Receipt Splitter — Do'stlar bilan hisob-kitob endi oson!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4389120"/>
            <a:ext cx="4846320" cy="1645920"/>
          </a:xfrm>
          <a:prstGeom prst="roundRect">
            <a:avLst>
              <a:gd name="adj" fmla="val 8000"/>
            </a:avLst>
          </a:prstGeom>
          <a:solidFill>
            <a:srgbClr val="3B3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4526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7D2FE"/>
                </a:solidFill>
                <a:latin typeface="Calibri"/>
              </a:defRPr>
            </a:pPr>
            <a:r>
              <a:t>📧  Email:  farhod@example.com</a:t>
            </a:r>
          </a:p>
          <a:p>
            <a:pPr>
              <a:spcAft>
                <a:spcPts val="800"/>
              </a:spcAft>
              <a:defRPr sz="1600">
                <a:solidFill>
                  <a:srgbClr val="C7D2FE"/>
                </a:solidFill>
                <a:latin typeface="Calibri"/>
              </a:defRPr>
            </a:pPr>
            <a:r>
              <a:t>🔗  GitHub:  github.com/Farhodoff/cowork</a:t>
            </a:r>
          </a:p>
          <a:p>
            <a:pPr>
              <a:spcAft>
                <a:spcPts val="800"/>
              </a:spcAft>
              <a:defRPr sz="1600">
                <a:solidFill>
                  <a:srgbClr val="C7D2FE"/>
                </a:solidFill>
                <a:latin typeface="Calibri"/>
              </a:defRPr>
            </a:pPr>
            <a:r>
              <a:t>📱  Demo:  Expo Go orqali sinab ko'ring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